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the model never moves money or invents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sources; note education share is secondary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diagram 4 in docs/04.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live from docs/10_DEMO_RUNBOOK.md or use the screenshot slides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TuitionBridge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Plan it, check it, prove it: an AI agent for cross-border tuition payments</a:t>
            </a:r>
          </a:p>
          <a:p>
            <a:pPr>
              <a:defRPr sz="2000"/>
            </a:pPr>
            <a:r>
              <a:t>2026 FinTechathon · International Track · Topic C: Cross-border &amp; Student Finance</a:t>
            </a:r>
          </a:p>
          <a:p>
            <a:pPr>
              <a:defRPr sz="2000"/>
            </a:pPr>
            <a:r>
              <a:t>Team [TEAM NAME] · all execution SIMULATED in a sandbox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cost hides in the FX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Global average cost of sending remittances: 6.36% of amount sent (World Bank RPW, Sept 2025)</a:t>
            </a:r>
          </a:p>
          <a:p>
            <a:pPr>
              <a:defRPr sz="2000"/>
            </a:pPr>
            <a:r>
              <a:t>SDG 10.c target: 3%</a:t>
            </a:r>
          </a:p>
          <a:p>
            <a:pPr>
              <a:defRPr sz="2000"/>
            </a:pPr>
            <a:r>
              <a:t>Indian residents sent USD 29.56 bn abroad under LRS in FY2024-25 (RBI Bulletin, table 36)</a:t>
            </a:r>
          </a:p>
          <a:p>
            <a:pPr>
              <a:defRPr sz="2000"/>
            </a:pPr>
            <a:r>
              <a:t>Students make a few very large payments a year, under deadline, from a home-currency account</a:t>
            </a:r>
          </a:p>
          <a:p>
            <a:pPr>
              <a:defRPr sz="2000"/>
            </a:pPr>
            <a:r>
              <a:t>No safe way to let an assistant act under limits with a human approval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exists and what is missing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Comparison sites: headline rates, no execution, no affordability</a:t>
            </a:r>
          </a:p>
          <a:p>
            <a:pPr>
              <a:defRPr sz="2000"/>
            </a:pPr>
            <a:r>
              <a:t>Banking apps: execute, but no policy layer, no explanation</a:t>
            </a:r>
          </a:p>
          <a:p>
            <a:pPr>
              <a:defRPr sz="2000"/>
            </a:pPr>
            <a:r>
              <a:t>Chatbots: explain, but cannot be trusted with arithmetic or authority</a:t>
            </a:r>
          </a:p>
          <a:p>
            <a:pPr>
              <a:defRPr sz="2000"/>
            </a:pPr>
            <a:r>
              <a:t>Missing: an agent with limits, approval,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in five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 Compare providers on the amount you actually send (fee + FX margin vs mid)</a:t>
            </a:r>
          </a:p>
          <a:p>
            <a:pPr>
              <a:defRPr sz="2000"/>
            </a:pPr>
            <a:r>
              <a:t>2 Check affordability against a minimum reserve</a:t>
            </a:r>
          </a:p>
          <a:p>
            <a:pPr>
              <a:defRPr sz="2000"/>
            </a:pPr>
            <a:r>
              <a:t>3 Lock a quote with an expiry</a:t>
            </a:r>
          </a:p>
          <a:p>
            <a:pPr>
              <a:defRPr sz="2000"/>
            </a:pPr>
            <a:r>
              <a:t>4 Run deterministic risk checks: caps, reserve, screening, corridor, duplicate</a:t>
            </a:r>
          </a:p>
          <a:p>
            <a:pPr>
              <a:defRPr sz="2000"/>
            </a:pPr>
            <a:r>
              <a:t>5 Execute only after explicit approval, in a sandbox, with a hash-chained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three trust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API: Pydantic validation, Decimal strings only, API-key principal, rate limit</a:t>
            </a:r>
          </a:p>
          <a:p>
            <a:pPr>
              <a:defRPr sz="2000"/>
            </a:pPr>
            <a:r>
              <a:t>Services: permission tiers 0–4, account scoping, idempotency, risk policy</a:t>
            </a:r>
          </a:p>
          <a:p>
            <a:pPr>
              <a:defRPr sz="2000"/>
            </a:pPr>
            <a:r>
              <a:t>AI layer quarantined: computed plan in, text out, number-grounding validator</a:t>
            </a:r>
          </a:p>
          <a:p>
            <a:pPr>
              <a:defRPr sz="2000"/>
            </a:pPr>
            <a:r>
              <a:t>SQLite persistence; SIMULATED provider adapter; optional Anthropic API for explanations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Compare → Prepare → Approve → Execute (SIMULATED) → replay refused</a:t>
            </a:r>
          </a:p>
          <a:p>
            <a:pPr>
              <a:defRPr sz="2000"/>
            </a:pPr>
            <a:r>
              <a:t>Permission denial · Tier 4 refused · caps and screening block · timeout and retry · audit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provider comparison and affordability</a:t>
            </a:r>
          </a:p>
        </p:txBody>
      </p:sp>
      <p:pic>
        <p:nvPicPr>
          <p:cNvPr id="3" name="Picture 2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457" y="1280160"/>
            <a:ext cx="603878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approved and executed in sandbox</a:t>
            </a:r>
          </a:p>
        </p:txBody>
      </p:sp>
      <p:pic>
        <p:nvPicPr>
          <p:cNvPr id="3" name="Picture 2" descr="exec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20867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permission denied, logged</a:t>
            </a:r>
          </a:p>
        </p:txBody>
      </p:sp>
      <p:pic>
        <p:nvPicPr>
          <p:cNvPr id="3" name="Picture 2" descr="den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87" y="1280160"/>
            <a:ext cx="737372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hash-chained audit log verified</a:t>
            </a:r>
          </a:p>
        </p:txBody>
      </p:sp>
      <p:pic>
        <p:nvPicPr>
          <p:cNvPr id="3" name="Picture 2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808" y="1280160"/>
            <a:ext cx="371407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algorithm and the AI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customer_rate = mid × (1 − margin); fees = fixed + round(send × pct)</a:t>
            </a:r>
          </a:p>
          <a:p>
            <a:pPr>
              <a:defRPr sz="2000"/>
            </a:pPr>
            <a:r>
              <a:t>receive = round_down((send − fees) × customer_rate); cost_vs_mid = send − receive ÷ mid</a:t>
            </a:r>
          </a:p>
          <a:p>
            <a:pPr>
              <a:defRPr sz="2000"/>
            </a:pPr>
            <a:r>
              <a:t>Target mode solves send upward, re-quotes, nudges by one minor unit until receive ≥ target</a:t>
            </a:r>
          </a:p>
          <a:p>
            <a:pPr>
              <a:defRPr sz="2000"/>
            </a:pPr>
            <a:r>
              <a:t>Hand-checked: 1,000 USD via bank-wire archetype → send 92,269.24 INR (4.09% cost)</a:t>
            </a:r>
          </a:p>
          <a:p>
            <a:pPr>
              <a:defRPr sz="2000"/>
            </a:pPr>
            <a:r>
              <a:t>LLM may only restate plan numbers; any invented figure → rejected, labelled fallback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Tier 0 read · 1 analyse · 2 prepare · 3 sandbox execute · 4 production = disabled in code</a:t>
            </a:r>
          </a:p>
          <a:p>
            <a:pPr>
              <a:defRPr sz="2000"/>
            </a:pPr>
            <a:r>
              <a:t>Enforced in the service layer for every request; denials audited</a:t>
            </a:r>
          </a:p>
          <a:p>
            <a:pPr>
              <a:defRPr sz="2000"/>
            </a:pPr>
            <a:r>
              <a:t>20 threats modelled; 16 controls implemented and tested; 4 marked recommended (TLS, IdP/MFA, real screening, multi-node)</a:t>
            </a:r>
          </a:p>
          <a:p>
            <a:pPr>
              <a:defRPr sz="2000"/>
            </a:pPr>
            <a:r>
              <a:t>Decimal-only money, injection guard, redaction, SHA-256 audit chain with verify endpoint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60 automated tests: unit, security, integration — 60 passed in 2.85 s</a:t>
            </a:r>
          </a:p>
          <a:p>
            <a:pPr>
              <a:defRPr sz="2000"/>
            </a:pPr>
            <a:r>
              <a:t>7 scenario logs generated by the real application (evidence/operation_logs)</a:t>
            </a:r>
          </a:p>
          <a:p>
            <a:pPr>
              <a:defRPr sz="2000"/>
            </a:pPr>
            <a:r>
              <a:t>Screenshots of the running UI; everything labelled SIMULATED / SYNTHETIC</a:t>
            </a:r>
          </a:p>
          <a:p>
            <a:pPr>
              <a:defRPr sz="2000"/>
            </a:pPr>
            <a:r>
              <a:t>Reproducible: scripts/setup.sh · run.sh · test.sh · make_evidence.py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real, what is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Real: the control plane — policy, approval, idempotency, recovery, audit, grounded explanations</a:t>
            </a:r>
          </a:p>
          <a:p>
            <a:pPr>
              <a:defRPr sz="2000"/>
            </a:pPr>
            <a:r>
              <a:t>Not real: rates, providers, screening list (labelled fixtures)</a:t>
            </a:r>
          </a:p>
          <a:p>
            <a:pPr>
              <a:defRPr sz="2000"/>
            </a:pPr>
            <a:r>
              <a:t>Next: live rates with provenance, provider sandbox APIs, identity + MFA for Tier 3, audit anchoring</a:t>
            </a:r>
          </a:p>
          <a:p>
            <a:pPr>
              <a:defRPr sz="20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